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328" r:id="rId2"/>
    <p:sldId id="329" r:id="rId3"/>
    <p:sldId id="308" r:id="rId4"/>
    <p:sldId id="309" r:id="rId5"/>
    <p:sldId id="310" r:id="rId6"/>
    <p:sldId id="299" r:id="rId7"/>
    <p:sldId id="312" r:id="rId8"/>
    <p:sldId id="330" r:id="rId9"/>
    <p:sldId id="313" r:id="rId10"/>
    <p:sldId id="314" r:id="rId11"/>
    <p:sldId id="315" r:id="rId12"/>
    <p:sldId id="316" r:id="rId13"/>
    <p:sldId id="317" r:id="rId14"/>
    <p:sldId id="320" r:id="rId15"/>
    <p:sldId id="318" r:id="rId16"/>
    <p:sldId id="319" r:id="rId17"/>
    <p:sldId id="321" r:id="rId18"/>
    <p:sldId id="322" r:id="rId19"/>
    <p:sldId id="323" r:id="rId20"/>
    <p:sldId id="332" r:id="rId21"/>
    <p:sldId id="324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D3EE"/>
    <a:srgbClr val="0F172A"/>
    <a:srgbClr val="1E293B"/>
    <a:srgbClr val="64748B"/>
    <a:srgbClr val="9EA8B7"/>
    <a:srgbClr val="969696"/>
    <a:srgbClr val="9D9D9D"/>
    <a:srgbClr val="C0C0C0"/>
    <a:srgbClr val="EAEAEA"/>
    <a:srgbClr val="7B4F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6959" autoAdjust="0"/>
  </p:normalViewPr>
  <p:slideViewPr>
    <p:cSldViewPr snapToGrid="0">
      <p:cViewPr varScale="1">
        <p:scale>
          <a:sx n="65" d="100"/>
          <a:sy n="65" d="100"/>
        </p:scale>
        <p:origin x="235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solving.’</a:t>
            </a:r>
          </a:p>
          <a:p>
            <a:r>
              <a:rPr lang="en-US" dirty="0"/>
              <a:t>//////////////////////////</a:t>
            </a:r>
          </a:p>
          <a:p>
            <a:endParaRPr lang="en-US" dirty="0"/>
          </a:p>
          <a:p>
            <a:r>
              <a:rPr lang="en-US" dirty="0"/>
              <a:t>8. daha </a:t>
            </a:r>
            <a:r>
              <a:rPr lang="en-US" dirty="0" err="1"/>
              <a:t>az</a:t>
            </a:r>
            <a:r>
              <a:rPr lang="en-US" dirty="0"/>
              <a:t> zaman</a:t>
            </a:r>
          </a:p>
          <a:p>
            <a:r>
              <a:rPr lang="en-US" dirty="0"/>
              <a:t>9. </a:t>
            </a:r>
            <a:r>
              <a:rPr lang="en-US" dirty="0" err="1"/>
              <a:t>ile</a:t>
            </a:r>
            <a:r>
              <a:rPr lang="en-US" dirty="0"/>
              <a:t> 6. </a:t>
            </a:r>
            <a:r>
              <a:rPr lang="en-US" dirty="0" err="1"/>
              <a:t>yer</a:t>
            </a:r>
            <a:r>
              <a:rPr lang="en-US" dirty="0"/>
              <a:t> </a:t>
            </a:r>
            <a:r>
              <a:rPr lang="en-US" dirty="0" err="1"/>
              <a:t>değiştir</a:t>
            </a:r>
            <a:endParaRPr lang="en-US" dirty="0"/>
          </a:p>
          <a:p>
            <a:r>
              <a:rPr lang="en-US" dirty="0"/>
              <a:t>12. 15. 16. 17. </a:t>
            </a:r>
            <a:r>
              <a:rPr lang="en-US" dirty="0" err="1"/>
              <a:t>sil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7 slide 10sn </a:t>
            </a:r>
            <a:r>
              <a:rPr lang="en-US" dirty="0" err="1"/>
              <a:t>göster</a:t>
            </a:r>
            <a:endParaRPr lang="en-US" dirty="0"/>
          </a:p>
          <a:p>
            <a:r>
              <a:rPr lang="en-US" dirty="0" err="1"/>
              <a:t>sunum</a:t>
            </a:r>
            <a:r>
              <a:rPr lang="en-US" dirty="0"/>
              <a:t> </a:t>
            </a:r>
            <a:r>
              <a:rPr lang="en-US" dirty="0" err="1"/>
              <a:t>tarafını</a:t>
            </a:r>
            <a:r>
              <a:rPr lang="en-US" dirty="0"/>
              <a:t> </a:t>
            </a:r>
            <a:r>
              <a:rPr lang="en-US" dirty="0" err="1"/>
              <a:t>mümkün</a:t>
            </a:r>
            <a:r>
              <a:rPr lang="en-US" dirty="0"/>
              <a:t> </a:t>
            </a:r>
            <a:r>
              <a:rPr lang="en-US" dirty="0" err="1"/>
              <a:t>olduğunca</a:t>
            </a:r>
            <a:r>
              <a:rPr lang="en-US" dirty="0"/>
              <a:t> </a:t>
            </a:r>
            <a:r>
              <a:rPr lang="en-US" dirty="0" err="1"/>
              <a:t>azalt</a:t>
            </a:r>
            <a:endParaRPr lang="en-US" dirty="0"/>
          </a:p>
          <a:p>
            <a:r>
              <a:rPr lang="en-US" dirty="0"/>
              <a:t>console </a:t>
            </a:r>
            <a:r>
              <a:rPr lang="en-US" dirty="0" err="1"/>
              <a:t>uygulamasını</a:t>
            </a:r>
            <a:r>
              <a:rPr lang="en-US" dirty="0"/>
              <a:t> 1 </a:t>
            </a:r>
            <a:r>
              <a:rPr lang="en-US" dirty="0" err="1"/>
              <a:t>kez</a:t>
            </a:r>
            <a:r>
              <a:rPr lang="en-US" dirty="0"/>
              <a:t> </a:t>
            </a:r>
            <a:r>
              <a:rPr lang="en-US" dirty="0" err="1"/>
              <a:t>çalıştır</a:t>
            </a:r>
            <a:endParaRPr lang="en-US" dirty="0"/>
          </a:p>
          <a:p>
            <a:r>
              <a:rPr lang="en-US" dirty="0" err="1"/>
              <a:t>soru</a:t>
            </a:r>
            <a:r>
              <a:rPr lang="en-US" dirty="0"/>
              <a:t> </a:t>
            </a:r>
            <a:r>
              <a:rPr lang="en-US" dirty="0" err="1"/>
              <a:t>seçimlerini</a:t>
            </a:r>
            <a:r>
              <a:rPr lang="en-US" dirty="0"/>
              <a:t> </a:t>
            </a:r>
            <a:r>
              <a:rPr lang="en-US" dirty="0" err="1"/>
              <a:t>baştan</a:t>
            </a:r>
            <a:r>
              <a:rPr lang="en-US" dirty="0"/>
              <a:t> </a:t>
            </a:r>
            <a:r>
              <a:rPr lang="en-US" dirty="0" err="1"/>
              <a:t>ayarla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 err="1"/>
              <a:t>Başlangıçta</a:t>
            </a:r>
            <a:r>
              <a:rPr lang="en-US" b="1" dirty="0"/>
              <a:t> </a:t>
            </a:r>
            <a:r>
              <a:rPr lang="en-US" b="1" dirty="0" err="1"/>
              <a:t>aç</a:t>
            </a:r>
            <a:r>
              <a:rPr lang="en-US" b="1" dirty="0"/>
              <a:t> -&gt;</a:t>
            </a:r>
            <a:br>
              <a:rPr lang="en-US" dirty="0"/>
            </a:br>
            <a:r>
              <a:rPr lang="en-US" dirty="0"/>
              <a:t>D:\github\alper\chat-with-your-data-conference\Chat.Console\bin\Debug\net10.0\Output</a:t>
            </a:r>
            <a:br>
              <a:rPr lang="en-US" dirty="0"/>
            </a:br>
            <a:r>
              <a:rPr lang="en-US" dirty="0"/>
              <a:t>how-to-get-your-db-schema.png </a:t>
            </a:r>
            <a:br>
              <a:rPr lang="en-US" dirty="0"/>
            </a:br>
            <a:r>
              <a:rPr lang="en-US" dirty="0"/>
              <a:t>DB Browser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have written SQL before? Or create a reporting screen?</a:t>
            </a: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04BD-6229-5249-EE25-4823CBAD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E44DB-5DE9-BDFC-FB4F-DD1CE6F68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79A91-5D21-567F-24C1-A268E9366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a new customer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Delete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Update order status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 up spam or inactive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1103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fontScale="925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extra DDL info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030325" y="3357368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5270500" cy="558799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152636" y="1822451"/>
            <a:ext cx="1651000" cy="457200"/>
            <a:chOff x="889000" y="1429656"/>
            <a:chExt cx="1651000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804219"/>
            <a:ext cx="5334000" cy="3859161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2999" y="1804219"/>
            <a:ext cx="5472471" cy="385916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DE38D-6D72-586F-A672-EC9CD8B0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nel">
            <a:extLst>
              <a:ext uri="{FF2B5EF4-FFF2-40B4-BE49-F238E27FC236}">
                <a16:creationId xmlns:a16="http://schemas.microsoft.com/office/drawing/2014/main" id="{B05FC43A-919B-6C85-31C9-D03E8F18B296}"/>
              </a:ext>
            </a:extLst>
          </p:cNvPr>
          <p:cNvSpPr/>
          <p:nvPr/>
        </p:nvSpPr>
        <p:spPr>
          <a:xfrm>
            <a:off x="73026" y="2822121"/>
            <a:ext cx="12118974" cy="3064329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Q">
            <a:extLst>
              <a:ext uri="{FF2B5EF4-FFF2-40B4-BE49-F238E27FC236}">
                <a16:creationId xmlns:a16="http://schemas.microsoft.com/office/drawing/2014/main" id="{B9C6DB59-7B03-2063-5030-5346636B1400}"/>
              </a:ext>
            </a:extLst>
          </p:cNvPr>
          <p:cNvSpPr txBox="1"/>
          <p:nvPr/>
        </p:nvSpPr>
        <p:spPr>
          <a:xfrm>
            <a:off x="444500" y="566738"/>
            <a:ext cx="11376025" cy="225538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lnSpc>
                <a:spcPct val="105000"/>
              </a:lnSpc>
            </a:pPr>
            <a:r>
              <a:rPr lang="en-US" sz="6000" b="1" dirty="0">
                <a:solidFill>
                  <a:srgbClr val="0F172A"/>
                </a:solidFill>
              </a:rPr>
              <a:t>What if we used 100% of our </a:t>
            </a:r>
            <a:br>
              <a:rPr lang="en-US" sz="6000" b="1" dirty="0">
                <a:solidFill>
                  <a:srgbClr val="0F172A"/>
                </a:solidFill>
              </a:rPr>
            </a:br>
            <a:r>
              <a:rPr lang="en-US" sz="6000" b="1" dirty="0">
                <a:solidFill>
                  <a:srgbClr val="0F172A"/>
                </a:solidFill>
              </a:rPr>
              <a:t>DB’s potential</a:t>
            </a:r>
            <a:r>
              <a:rPr lang="en-US" sz="5400" b="1" dirty="0">
                <a:solidFill>
                  <a:srgbClr val="0F172A"/>
                </a:solidFill>
              </a:rPr>
              <a:t>🤔</a:t>
            </a:r>
          </a:p>
        </p:txBody>
      </p:sp>
      <p:sp>
        <p:nvSpPr>
          <p:cNvPr id="9" name="Q">
            <a:extLst>
              <a:ext uri="{FF2B5EF4-FFF2-40B4-BE49-F238E27FC236}">
                <a16:creationId xmlns:a16="http://schemas.microsoft.com/office/drawing/2014/main" id="{1AB057A2-73DE-48D4-8534-77FBCD65A14A}"/>
              </a:ext>
            </a:extLst>
          </p:cNvPr>
          <p:cNvSpPr txBox="1"/>
          <p:nvPr/>
        </p:nvSpPr>
        <p:spPr>
          <a:xfrm>
            <a:off x="444500" y="3090862"/>
            <a:ext cx="11376025" cy="24003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u="sng" dirty="0">
                <a:solidFill>
                  <a:srgbClr val="FFFFFF"/>
                </a:solidFill>
              </a:rPr>
              <a:t>Taking actions</a:t>
            </a:r>
            <a:r>
              <a:rPr lang="en-US" sz="6600" b="1" dirty="0">
                <a:solidFill>
                  <a:srgbClr val="FFFFFF"/>
                </a:solidFill>
              </a:rPr>
              <a:t>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instead of just reporting!</a:t>
            </a:r>
          </a:p>
        </p:txBody>
      </p:sp>
    </p:spTree>
    <p:extLst>
      <p:ext uri="{BB962C8B-B14F-4D97-AF65-F5344CB8AC3E}">
        <p14:creationId xmlns:p14="http://schemas.microsoft.com/office/powerpoint/2010/main" val="1603450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b="1" spc="300" dirty="0">
                  <a:solidFill>
                    <a:srgbClr val="1E293B"/>
                  </a:solidFill>
                </a:rPr>
              </a:br>
              <a:r>
                <a:rPr lang="en-US" sz="2800" b="1" spc="300" dirty="0">
                  <a:solidFill>
                    <a:srgbClr val="1E293B"/>
                  </a:solidFill>
                </a:rPr>
                <a:t>our language</a:t>
              </a:r>
              <a:endParaRPr lang="en-US" sz="2800" b="1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842</TotalTime>
  <Words>3470</Words>
  <Application>Microsoft Office PowerPoint</Application>
  <PresentationFormat>Widescreen</PresentationFormat>
  <Paragraphs>476</Paragraphs>
  <Slides>21</Slides>
  <Notes>21</Notes>
  <HiddenSlides>6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204</cp:revision>
  <dcterms:created xsi:type="dcterms:W3CDTF">2026-04-20T12:53:27Z</dcterms:created>
  <dcterms:modified xsi:type="dcterms:W3CDTF">2026-04-30T16:41:06Z</dcterms:modified>
</cp:coreProperties>
</file>