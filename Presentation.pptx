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4"/>
  </p:notesMasterIdLst>
  <p:sldIdLst>
    <p:sldId id="328" r:id="rId2"/>
    <p:sldId id="329" r:id="rId3"/>
    <p:sldId id="333" r:id="rId4"/>
    <p:sldId id="308" r:id="rId5"/>
    <p:sldId id="309" r:id="rId6"/>
    <p:sldId id="310" r:id="rId7"/>
    <p:sldId id="299" r:id="rId8"/>
    <p:sldId id="312" r:id="rId9"/>
    <p:sldId id="330" r:id="rId10"/>
    <p:sldId id="313" r:id="rId11"/>
    <p:sldId id="314" r:id="rId12"/>
    <p:sldId id="315" r:id="rId13"/>
    <p:sldId id="316" r:id="rId14"/>
    <p:sldId id="317" r:id="rId15"/>
    <p:sldId id="320" r:id="rId16"/>
    <p:sldId id="318" r:id="rId17"/>
    <p:sldId id="319" r:id="rId18"/>
    <p:sldId id="321" r:id="rId19"/>
    <p:sldId id="322" r:id="rId20"/>
    <p:sldId id="323" r:id="rId21"/>
    <p:sldId id="335" r:id="rId22"/>
    <p:sldId id="324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919"/>
    <a:srgbClr val="0F172A"/>
    <a:srgbClr val="0891B2"/>
    <a:srgbClr val="22D3EE"/>
    <a:srgbClr val="1E293B"/>
    <a:srgbClr val="64748B"/>
    <a:srgbClr val="9EA8B7"/>
    <a:srgbClr val="969696"/>
    <a:srgbClr val="9D9D9D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4737" autoAdjust="0"/>
  </p:normalViewPr>
  <p:slideViewPr>
    <p:cSldViewPr snapToGrid="0">
      <p:cViewPr varScale="1">
        <p:scale>
          <a:sx n="85" d="100"/>
          <a:sy n="85" d="100"/>
        </p:scale>
        <p:origin x="1590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0F172A"/>
                </a:solidFill>
                <a:sym typeface="Wingdings" panose="05000000000000000000" pitchFamily="2" charset="2"/>
              </a:rPr>
              <a:t> </a:t>
            </a:r>
            <a:r>
              <a:rPr lang="en-US" sz="1200" b="1" dirty="0">
                <a:solidFill>
                  <a:srgbClr val="0F172A"/>
                </a:solidFill>
              </a:rPr>
              <a:t>How many of you create a reporting screen or written SQL before</a:t>
            </a:r>
            <a:r>
              <a:rPr lang="en-US" sz="1200" b="1">
                <a:solidFill>
                  <a:srgbClr val="0F172A"/>
                </a:solidFill>
              </a:rPr>
              <a:t>? </a:t>
            </a:r>
            <a:endParaRPr lang="en-US" sz="1200" b="1" dirty="0">
              <a:solidFill>
                <a:srgbClr val="0F172A"/>
              </a:solidFill>
            </a:endParaRPr>
          </a:p>
          <a:p>
            <a:endParaRPr lang="en-US" dirty="0"/>
          </a:p>
          <a:p>
            <a:r>
              <a:rPr lang="en-US" b="1" dirty="0"/>
              <a:t>We, developers are the bottleneck. And today we are going to remove ourselves.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u="sng" dirty="0"/>
              <a:t>!!! 30 seconds for this slide</a:t>
            </a:r>
          </a:p>
          <a:p>
            <a:endParaRPr lang="en-US" u="sng" dirty="0"/>
          </a:p>
          <a:p>
            <a:r>
              <a:rPr lang="en-US" dirty="0"/>
              <a:t>This is the whole system in 7 boxes. </a:t>
            </a:r>
          </a:p>
          <a:p>
            <a:r>
              <a:rPr lang="en-US" dirty="0"/>
              <a:t>User types → we build the prompt → LLM writes SQL → validator checks it → we execute. 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ACCD-50D9-449C-5E0D-B9DC7646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8E7DD-B1D7-47D1-28A9-EACCEF105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8918-788F-0C91-29DB-7E2A9BB9A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1463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8.05.2026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048000" cy="355600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DOTNET KONF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24122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3903" y="5361379"/>
            <a:ext cx="4744453" cy="508000"/>
          </a:xfrm>
        </p:spPr>
        <p:txBody>
          <a:bodyPr wrap="square" lIns="0" tIns="0" rIns="0" bIns="0" anchor="t">
            <a:normAutofit fontScale="92500"/>
          </a:bodyPr>
          <a:lstStyle/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/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 are </a:t>
            </a:r>
            <a:r>
              <a:rPr lang="en-US" sz="2400" b="1" u="sng" dirty="0">
                <a:solidFill>
                  <a:srgbClr val="0F172A"/>
                </a:solidFill>
              </a:rPr>
              <a:t>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 are </a:t>
            </a:r>
            <a:r>
              <a:rPr lang="en-US" sz="2400" b="1" u="sng" dirty="0">
                <a:solidFill>
                  <a:srgbClr val="0F172A"/>
                </a:solidFill>
              </a:rPr>
              <a:t>rigid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Writing SQL, Page Design, Testing, Deployment are </a:t>
            </a:r>
            <a:r>
              <a:rPr lang="en-US" sz="2400" b="1" u="sng" dirty="0">
                <a:solidFill>
                  <a:srgbClr val="0F172A"/>
                </a:solidFill>
              </a:rPr>
              <a:t>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83DB4F90-329A-712C-5DB7-1C0CE558FAFF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0705-57EF-7347-2A93-B973F7CDFB64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Arr1">
            <a:extLst>
              <a:ext uri="{FF2B5EF4-FFF2-40B4-BE49-F238E27FC236}">
                <a16:creationId xmlns:a16="http://schemas.microsoft.com/office/drawing/2014/main" id="{CC055861-FBC1-3080-75B8-5020F7F83ED8}"/>
              </a:ext>
            </a:extLst>
          </p:cNvPr>
          <p:cNvSpPr/>
          <p:nvPr/>
        </p:nvSpPr>
        <p:spPr>
          <a:xfrm>
            <a:off x="7505700" y="5308600"/>
            <a:ext cx="520700" cy="4190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3C8CEA-024D-81D9-D37C-BF326147F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297" y="417260"/>
            <a:ext cx="5969000" cy="128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406400" y="1479550"/>
            <a:ext cx="6667500" cy="4035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F172A"/>
            </a:solidFill>
          </a:ln>
        </p:spPr>
        <p:txBody>
          <a:bodyPr wrap="square" lIns="240000" tIns="200000" rIns="240000" bIns="200000" anchor="t"/>
          <a:lstStyle/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891B2"/>
                </a:solidFill>
              </a:rPr>
              <a:t>TEACH THE AI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extra DDL info</a:t>
            </a:r>
            <a:br>
              <a:rPr lang="en-US" sz="2800" dirty="0">
                <a:solidFill>
                  <a:srgbClr val="334155"/>
                </a:solidFill>
              </a:rPr>
            </a:br>
            <a:endParaRPr lang="en-US" sz="2800" dirty="0">
              <a:solidFill>
                <a:srgbClr val="334155"/>
              </a:solidFill>
            </a:endParaRPr>
          </a:p>
        </p:txBody>
      </p:sp>
      <p:sp>
        <p:nvSpPr>
          <p:cNvPr id="401" name="RightCard"/>
          <p:cNvSpPr/>
          <p:nvPr/>
        </p:nvSpPr>
        <p:spPr>
          <a:xfrm>
            <a:off x="6223000" y="1479550"/>
            <a:ext cx="5562600" cy="4042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200" b="1" spc="300" dirty="0">
                <a:solidFill>
                  <a:srgbClr val="22D3EE"/>
                </a:solidFill>
              </a:rPr>
              <a:t>WRITE THE RULES</a:t>
            </a:r>
            <a:endParaRPr lang="en-US" sz="3200" b="1" dirty="0">
              <a:solidFill>
                <a:srgbClr val="FFFFFF"/>
              </a:solidFill>
            </a:endParaRPr>
          </a:p>
          <a:p>
            <a:pPr>
              <a:spcBef>
                <a:spcPts val="800"/>
              </a:spcBef>
            </a:pPr>
            <a:r>
              <a:rPr lang="en-US" sz="2000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0B58A-A411-8E7E-C1B6-7B7E005995DA}"/>
              </a:ext>
            </a:extLst>
          </p:cNvPr>
          <p:cNvSpPr txBox="1"/>
          <p:nvPr/>
        </p:nvSpPr>
        <p:spPr>
          <a:xfrm>
            <a:off x="406400" y="5720834"/>
            <a:ext cx="11270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lang="en-US" sz="2000" i="1" dirty="0">
                <a:solidFill>
                  <a:srgbClr val="64748B"/>
                </a:solidFill>
              </a:rPr>
              <a:t>Without schema, the LLM will guess!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50663"/>
            <a:ext cx="5016500" cy="558799"/>
          </a:xfrm>
        </p:spPr>
        <p:txBody>
          <a:bodyPr>
            <a:normAutofit fontScale="77500" lnSpcReduction="200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4030325" y="3357368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Let's turn this </a:t>
            </a:r>
            <a:br>
              <a:rPr lang="en-US" sz="7200" b="1" dirty="0">
                <a:solidFill>
                  <a:srgbClr val="FFFFFF"/>
                </a:solidFill>
              </a:rPr>
            </a:br>
            <a:r>
              <a:rPr lang="en-US" sz="7200" b="1" dirty="0">
                <a:solidFill>
                  <a:srgbClr val="FFFFFF"/>
                </a:solidFill>
              </a:rPr>
              <a:t>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869690"/>
            <a:ext cx="6184900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784351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813036" y="1822451"/>
            <a:ext cx="1651000" cy="457200"/>
            <a:chOff x="889000" y="1429656"/>
            <a:chExt cx="1651000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9138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804219"/>
            <a:ext cx="5334000" cy="3859161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2999" y="1804219"/>
            <a:ext cx="5472471" cy="3859161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09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CA93E-8B46-57AD-0523-5CCDB5BA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7C1D50-F13C-5DD2-73AB-E9EAE5244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52" y="225829"/>
            <a:ext cx="4238095" cy="32285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2A15BF-AFD1-E6A5-97B5-01FBF3C7B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09" y="3454400"/>
            <a:ext cx="5476190" cy="5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407F9E-34A8-5A57-5B28-901201418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980" y="3981810"/>
            <a:ext cx="3695238" cy="28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0D13DE-2AE0-6C30-7149-45A6F819D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67633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487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b="1" spc="300" dirty="0">
                  <a:solidFill>
                    <a:srgbClr val="1E293B"/>
                  </a:solidFill>
                </a:rPr>
              </a:br>
              <a:r>
                <a:rPr lang="en-US" sz="2800" b="1" spc="300" dirty="0">
                  <a:solidFill>
                    <a:srgbClr val="1E293B"/>
                  </a:solidFill>
                </a:rPr>
                <a:t>our language</a:t>
              </a:r>
              <a:endParaRPr lang="en-US" sz="2800" b="1" dirty="0">
                <a:solidFill>
                  <a:srgbClr val="1E293B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2" y="4643252"/>
            <a:ext cx="5415325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38F68E-AD3D-20B3-D1A3-233E8E7B7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5759" y="4724017"/>
            <a:ext cx="1783770" cy="1837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1173</TotalTime>
  <Words>3173</Words>
  <Application>Microsoft Office PowerPoint</Application>
  <PresentationFormat>Widescreen</PresentationFormat>
  <Paragraphs>439</Paragraphs>
  <Slides>22</Slides>
  <Notes>22</Notes>
  <HiddenSlides>8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Wingdings</vt:lpstr>
      <vt:lpstr>Office Theme [1776698939131]</vt:lpstr>
      <vt:lpstr>Building an  AI-Powered  Query Generator  with .NET</vt:lpstr>
      <vt:lpstr>PowerPoint Presentation</vt:lpstr>
      <vt:lpstr>PowerPoint Presentation</vt:lpstr>
      <vt:lpstr>The Problem</vt:lpstr>
      <vt:lpstr>PowerPoint Presentation</vt:lpstr>
      <vt:lpstr>What We'll Build</vt:lpstr>
      <vt:lpstr>The Pipeline</vt:lpstr>
      <vt:lpstr>Schema + Prompt Design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What to Watch Out For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221</cp:revision>
  <dcterms:created xsi:type="dcterms:W3CDTF">2026-04-20T12:53:27Z</dcterms:created>
  <dcterms:modified xsi:type="dcterms:W3CDTF">2026-05-08T18:20:58Z</dcterms:modified>
</cp:coreProperties>
</file>