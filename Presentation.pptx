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5" r:id="rId22"/>
    <p:sldId id="324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919"/>
    <a:srgbClr val="0F172A"/>
    <a:srgbClr val="0891B2"/>
    <a:srgbClr val="22D3EE"/>
    <a:srgbClr val="1E293B"/>
    <a:srgbClr val="64748B"/>
    <a:srgbClr val="9EA8B7"/>
    <a:srgbClr val="969696"/>
    <a:srgbClr val="9D9D9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4737" autoAdjust="0"/>
  </p:normalViewPr>
  <p:slideViewPr>
    <p:cSldViewPr snapToGrid="0">
      <p:cViewPr varScale="1">
        <p:scale>
          <a:sx n="82" d="100"/>
          <a:sy n="82" d="100"/>
        </p:scale>
        <p:origin x="171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r-T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Natural Language to SQL: Building an AI-Powered Query Generator with .NET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create a reporting screen or written SQL before</a:t>
            </a:r>
            <a:r>
              <a:rPr lang="en-US" sz="1200" b="1">
                <a:solidFill>
                  <a:srgbClr val="0F172A"/>
                </a:solidFill>
              </a:rPr>
              <a:t>? </a:t>
            </a:r>
            <a:endParaRPr lang="en-US" sz="1200" b="1" dirty="0">
              <a:solidFill>
                <a:srgbClr val="0F172A"/>
              </a:solidFill>
            </a:endParaRP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315557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700168" y="1273893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69690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8130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38F68E-AD3D-20B3-D1A3-233E8E7B7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759" y="4724017"/>
            <a:ext cx="1783770" cy="183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3188</Words>
  <Application>Microsoft Office PowerPoint</Application>
  <PresentationFormat>Widescreen</PresentationFormat>
  <Paragraphs>440</Paragraphs>
  <Slides>22</Slides>
  <Notes>22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222</cp:revision>
  <dcterms:created xsi:type="dcterms:W3CDTF">2026-04-20T12:53:27Z</dcterms:created>
  <dcterms:modified xsi:type="dcterms:W3CDTF">2026-05-14T07:28:55Z</dcterms:modified>
</cp:coreProperties>
</file>